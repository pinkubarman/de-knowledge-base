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flow: 1) Open dbt docs site. 2) Show a model page - description, columns, and the compiled SQL. 3) Show the tests defined on the model. 4) Open the lineage graph (DAG) and trace a source through staging/intermediate to a mart. 5) Demonstrate impact analysis by selecting a model and viewing upstream/downstream. The two images on this slide are placeholders - replace with live screenshots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</a:t>
            </a:r>
            <a:pPr indent="0" marL="0">
              <a:buNone/>
            </a:pPr>
            <a:r>
              <a:rPr lang="en-US" sz="34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— Docs &amp; Lineage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walkthrough of dbt’s auto-generated documentation and end-to-end lineage.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326880" y="457200"/>
            <a:ext cx="2331720" cy="475488"/>
          </a:xfrm>
          <a:prstGeom prst="roundRect">
            <a:avLst>
              <a:gd name="adj" fmla="val 50000"/>
            </a:avLst>
          </a:prstGeom>
          <a:solidFill>
            <a:srgbClr val="FF694A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0" y="45720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Live demo in dbt docs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920240"/>
            <a:ext cx="438912" cy="438912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920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33856" y="185623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code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is built straight from your models — never hand-written, never stale.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2743200"/>
            <a:ext cx="438912" cy="438912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2743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33856" y="267919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catalog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model, column, description and test in one browsable place.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566160"/>
            <a:ext cx="438912" cy="438912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566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3856" y="350215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surfaced inline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expectations are visible on each model.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389120"/>
            <a:ext cx="438912" cy="438912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389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3856" y="432511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lineage (DAG)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source data flows through staging and intermediate to marts.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66928" y="5212080"/>
            <a:ext cx="438912" cy="438912"/>
          </a:xfrm>
          <a:prstGeom prst="ellipse">
            <a:avLst/>
          </a:prstGeom>
          <a:solidFill>
            <a:srgbClr val="1F6FD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5212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3856" y="51480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upstream and downstream dependencies before making a change.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903720" y="173736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9FC2E6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104888" y="184708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docs · Model page &amp; column tests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04888" y="322783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 — replace with your demo screenshot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823960" y="2212848"/>
            <a:ext cx="914400" cy="932688"/>
          </a:xfrm>
          <a:prstGeom prst="roundRect">
            <a:avLst>
              <a:gd name="adj" fmla="val 5000"/>
            </a:avLst>
          </a:prstGeom>
          <a:solidFill>
            <a:srgbClr val="F3F8FF"/>
          </a:solidFill>
          <a:ln w="12700">
            <a:solidFill>
              <a:srgbClr val="CFE0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70264" y="2359152"/>
            <a:ext cx="621792" cy="64008"/>
          </a:xfrm>
          <a:prstGeom prst="rect">
            <a:avLst/>
          </a:prstGeom>
          <a:solidFill>
            <a:srgbClr val="FF694A"/>
          </a:solidFill>
          <a:ln/>
        </p:spPr>
      </p:sp>
      <p:sp>
        <p:nvSpPr>
          <p:cNvPr id="26" name="Shape 24"/>
          <p:cNvSpPr/>
          <p:nvPr/>
        </p:nvSpPr>
        <p:spPr>
          <a:xfrm>
            <a:off x="8970264" y="2523744"/>
            <a:ext cx="621792" cy="45720"/>
          </a:xfrm>
          <a:prstGeom prst="rect">
            <a:avLst/>
          </a:prstGeom>
          <a:solidFill>
            <a:srgbClr val="CFE0F4"/>
          </a:solidFill>
          <a:ln/>
        </p:spPr>
      </p:sp>
      <p:sp>
        <p:nvSpPr>
          <p:cNvPr id="27" name="Shape 25"/>
          <p:cNvSpPr/>
          <p:nvPr/>
        </p:nvSpPr>
        <p:spPr>
          <a:xfrm>
            <a:off x="8970264" y="2651760"/>
            <a:ext cx="621792" cy="45720"/>
          </a:xfrm>
          <a:prstGeom prst="rect">
            <a:avLst/>
          </a:prstGeom>
          <a:solidFill>
            <a:srgbClr val="CFE0F4"/>
          </a:solidFill>
          <a:ln/>
        </p:spPr>
      </p:sp>
      <p:sp>
        <p:nvSpPr>
          <p:cNvPr id="28" name="Shape 26"/>
          <p:cNvSpPr/>
          <p:nvPr/>
        </p:nvSpPr>
        <p:spPr>
          <a:xfrm>
            <a:off x="8970264" y="2779776"/>
            <a:ext cx="621792" cy="45720"/>
          </a:xfrm>
          <a:prstGeom prst="rect">
            <a:avLst/>
          </a:prstGeom>
          <a:solidFill>
            <a:srgbClr val="CFE0F4"/>
          </a:solidFill>
          <a:ln/>
        </p:spPr>
      </p:sp>
      <p:sp>
        <p:nvSpPr>
          <p:cNvPr id="29" name="Shape 27"/>
          <p:cNvSpPr/>
          <p:nvPr/>
        </p:nvSpPr>
        <p:spPr>
          <a:xfrm>
            <a:off x="8970264" y="2907792"/>
            <a:ext cx="621792" cy="45720"/>
          </a:xfrm>
          <a:prstGeom prst="rect">
            <a:avLst/>
          </a:prstGeom>
          <a:solidFill>
            <a:srgbClr val="CFE0F4"/>
          </a:solidFill>
          <a:ln/>
        </p:spPr>
      </p:sp>
      <p:sp>
        <p:nvSpPr>
          <p:cNvPr id="30" name="Shape 28"/>
          <p:cNvSpPr/>
          <p:nvPr/>
        </p:nvSpPr>
        <p:spPr>
          <a:xfrm>
            <a:off x="6903720" y="3840480"/>
            <a:ext cx="47548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5875">
            <a:solidFill>
              <a:srgbClr val="9FC2E6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7104888" y="3950208"/>
            <a:ext cx="4352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7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lineage · End-to-end DAG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04888" y="5330952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only — replace with your demo screenshot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73568" y="4681728"/>
            <a:ext cx="786384" cy="0"/>
          </a:xfrm>
          <a:prstGeom prst="line">
            <a:avLst/>
          </a:prstGeom>
          <a:noFill/>
          <a:ln w="25400">
            <a:solidFill>
              <a:srgbClr val="9FC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0848" y="4681728"/>
            <a:ext cx="786384" cy="0"/>
          </a:xfrm>
          <a:prstGeom prst="line">
            <a:avLst/>
          </a:prstGeom>
          <a:noFill/>
          <a:ln w="25400">
            <a:solidFill>
              <a:srgbClr val="9FC2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68128" y="4681728"/>
            <a:ext cx="786384" cy="0"/>
          </a:xfrm>
          <a:prstGeom prst="line">
            <a:avLst/>
          </a:prstGeom>
          <a:noFill/>
          <a:ln w="25400">
            <a:solidFill>
              <a:srgbClr val="9FC2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2672" y="4526280"/>
            <a:ext cx="310896" cy="310896"/>
          </a:xfrm>
          <a:prstGeom prst="ellipse">
            <a:avLst/>
          </a:prstGeom>
          <a:solidFill>
            <a:srgbClr val="7D9C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0" y="4892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759952" y="4526280"/>
            <a:ext cx="310896" cy="310896"/>
          </a:xfrm>
          <a:prstGeom prst="ellipse">
            <a:avLst/>
          </a:prstGeom>
          <a:solidFill>
            <a:srgbClr val="00B3A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0" y="4892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9857232" y="4526280"/>
            <a:ext cx="310896" cy="310896"/>
          </a:xfrm>
          <a:prstGeom prst="ellipse">
            <a:avLst/>
          </a:prstGeom>
          <a:solidFill>
            <a:srgbClr val="6C5C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601200" y="4892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954512" y="4526280"/>
            <a:ext cx="310896" cy="310896"/>
          </a:xfrm>
          <a:prstGeom prst="ellipse">
            <a:avLst/>
          </a:prstGeom>
          <a:solidFill>
            <a:srgbClr val="FF69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698480" y="4892040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A5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Platform · dbt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2026-08-17T17:29:36Z</dcterms:created>
  <dcterms:modified xsi:type="dcterms:W3CDTF">2026-08-17T17:29:36Z</dcterms:modified>
</cp:coreProperties>
</file>